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E3E8"/>
    <a:srgbClr val="102B52"/>
    <a:srgbClr val="D0D7E2"/>
    <a:srgbClr val="FFFFFF"/>
    <a:srgbClr val="0A264F"/>
    <a:srgbClr val="071A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>
      <p:cViewPr varScale="1">
        <p:scale>
          <a:sx n="75" d="100"/>
          <a:sy n="75" d="100"/>
        </p:scale>
        <p:origin x="173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91439" cy="91439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D1239-80B1-538C-14D8-A2493EDF1E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6FDAFF-69E3-04ED-5F02-B266DC8C98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FC42F-BEBB-CDA1-A3B6-033337881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A3B42-250C-4893-9D21-85257FD237E1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03A1C9-C3A2-24C5-9BD7-B3C87F2A9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C6513-AEA0-C761-5603-3E779A39C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0BD4C-FD5B-4A44-93AC-B6B35D82B5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6990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3F708-5BFF-ADD2-2671-5F57817B2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149B9-00A4-8921-D54B-4C7DE2F81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CE983-E98D-BB50-4D2D-1C7E5A304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A3B42-250C-4893-9D21-85257FD237E1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6B46E-DA5F-8BDE-5D8D-161FDF3D0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4886A-53C9-6F2C-E43F-9504362F5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0BD4C-FD5B-4A44-93AC-B6B35D82B5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3248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C149-46F1-4105-F3E4-1B7895994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78A74F-C6FF-96CE-62A6-5C2493C69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F0740-F37D-D457-A546-1CEEA71F0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A3B42-250C-4893-9D21-85257FD237E1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11A9D-9782-A12C-6DC4-9FF063D5C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46A16-ADFD-1E01-E671-BFEBDD337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0BD4C-FD5B-4A44-93AC-B6B35D82B5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32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D53BB-102E-9807-E9B1-0E7BB2676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4A8BC-E351-6933-58AC-81A2D9BC24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230AE4-7E23-220A-216B-13367B7EA0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A134A9-078E-4849-FF89-A3B533B9D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A3B42-250C-4893-9D21-85257FD237E1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EF8371-BAEF-AC73-B918-261AE50B7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12EE6E-4C28-4F38-A472-09B8CC771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0BD4C-FD5B-4A44-93AC-B6B35D82B5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5610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6E292-328A-2CD3-7A81-4322C9315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9CB12-FB08-0813-61E7-4ABC8A384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A59396-571A-6B86-205E-0FF31A917C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CBBC39-8731-ACFA-B456-4C63F8940E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8AD133-1877-80F4-0E66-7F1E9B5B18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DDB133-8F49-0CBF-3DFA-2A2377B3C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A3B42-250C-4893-9D21-85257FD237E1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ECFD88-5172-4349-4C55-2B1CADB59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710138-52F1-096B-2706-6B67E1615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0BD4C-FD5B-4A44-93AC-B6B35D82B5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272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A6CA4-EC3E-5A61-D0E5-4ABBEC988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E83D6F-361A-39C7-607F-C8C607A82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A3B42-250C-4893-9D21-85257FD237E1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F0D6C0-C969-F875-5EDC-2A78430E1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5D2658-13FD-79C3-DBD9-4B8B6D0B6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0BD4C-FD5B-4A44-93AC-B6B35D82B5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3928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B96923-E74E-39D0-CC42-94CCA8EA5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A3B42-250C-4893-9D21-85257FD237E1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7155E2-15DC-813F-09A3-CA1E29072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8E68D-F622-0E2E-2A66-EE0EC4A25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0BD4C-FD5B-4A44-93AC-B6B35D82B5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416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2D57A-3F88-D47A-C07D-5D34C14BE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A33C5-4715-1B4F-858E-AA05736BA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7A15B5-72BF-1923-5621-045E9E1042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2B3B19-5F1A-7D90-CC91-730E353BB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A3B42-250C-4893-9D21-85257FD237E1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DCA1E2-75AF-782B-F30F-892065992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67CBD9-0F8F-75BE-897A-B2A638A69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0BD4C-FD5B-4A44-93AC-B6B35D82B5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5550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3B0DA-5693-60CC-2A72-5EB65A6A4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7ACA38-2065-A5AA-916D-F7E344E85D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A8CAD9-6272-04EA-8EEC-629D713AE3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385DA1-5CEF-0137-9351-B14639998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A3B42-250C-4893-9D21-85257FD237E1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CCAFE3-4DBB-B0B7-518D-7CDA55589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781201-58D4-5102-1CD5-56F3B8211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0BD4C-FD5B-4A44-93AC-B6B35D82B5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228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4007F-B324-C071-EA31-4698049CD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02A85B-852B-9636-988D-2AE1E643C0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32D44-17DF-9F9B-A0B8-3285D0EC2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A3B42-250C-4893-9D21-85257FD237E1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BF2DD-90B4-D7D5-5695-9211007E9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0816F-E3FD-8ABD-FFE9-0B61FEF57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0BD4C-FD5B-4A44-93AC-B6B35D82B5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682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1F8886-5B86-D8E7-BB43-12CE557EE2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FB563F-0D0C-7322-960B-7C5202257D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53D75-8FF9-08BF-9F51-18566DB74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A3B42-250C-4893-9D21-85257FD237E1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AD0CCF-CDD9-4039-3459-EB3135A3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5562F-04C1-443A-1CF9-602802298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0BD4C-FD5B-4A44-93AC-B6B35D82B5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9131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71A3D"/>
            </a:gs>
            <a:gs pos="74000">
              <a:srgbClr val="0A264F">
                <a:lumMod val="100000"/>
              </a:srgbClr>
            </a:gs>
            <a:gs pos="48000">
              <a:srgbClr val="0A264F"/>
            </a:gs>
            <a:gs pos="100000">
              <a:srgbClr val="0A264F"/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63DCED-4BF8-26A1-37ED-15F4A7144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D26261-FDFD-B5EC-66A8-7CD966DA47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EFD9A-D662-16E3-21CA-3FBA21EDA1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BA3B42-250C-4893-9D21-85257FD237E1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E54A2-C744-EEDD-3C6A-B196F20960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7FC29-6571-217D-4565-EF913531DE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10BD4C-FD5B-4A44-93AC-B6B35D82B5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595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789F298-0433-F81E-EBBC-312184A23BB1}"/>
              </a:ext>
            </a:extLst>
          </p:cNvPr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gradFill>
            <a:gsLst>
              <a:gs pos="0">
                <a:srgbClr val="19E3E8">
                  <a:alpha val="73000"/>
                </a:srgbClr>
              </a:gs>
              <a:gs pos="74000">
                <a:srgbClr val="19E3E8"/>
              </a:gs>
              <a:gs pos="83000">
                <a:srgbClr val="0A264F"/>
              </a:gs>
              <a:gs pos="100000">
                <a:srgbClr val="0A264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141C88-CD4F-AA2F-AA95-11A8E0E2B52F}"/>
              </a:ext>
            </a:extLst>
          </p:cNvPr>
          <p:cNvSpPr txBox="1"/>
          <p:nvPr/>
        </p:nvSpPr>
        <p:spPr>
          <a:xfrm>
            <a:off x="975416" y="1325903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19E3E8"/>
                </a:solidFill>
                <a:latin typeface="Montserrat SemiBold" panose="020F0502020204030204" pitchFamily="2" charset="0"/>
              </a:rPr>
              <a:t>DATA-DRIVEN SUPPLY CHAIN INTELLIGENCE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9B5FC6-0A00-41B3-A421-15185F0E8089}"/>
              </a:ext>
            </a:extLst>
          </p:cNvPr>
          <p:cNvSpPr txBox="1"/>
          <p:nvPr/>
        </p:nvSpPr>
        <p:spPr>
          <a:xfrm>
            <a:off x="985618" y="1664457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>
                <a:solidFill>
                  <a:srgbClr val="FFFFFF"/>
                </a:solidFill>
                <a:latin typeface="Montserrat ExtraBold" panose="020F0502020204030204" pitchFamily="2" charset="0"/>
              </a:rPr>
              <a:t>SUPPLY CHAIN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988182-5BD7-C45B-D45C-5C9EEA16BF63}"/>
              </a:ext>
            </a:extLst>
          </p:cNvPr>
          <p:cNvSpPr txBox="1"/>
          <p:nvPr/>
        </p:nvSpPr>
        <p:spPr>
          <a:xfrm>
            <a:off x="883977" y="2356953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dirty="0">
                <a:solidFill>
                  <a:srgbClr val="19E3E8"/>
                </a:solidFill>
                <a:latin typeface="Montserrat ExtraBold" panose="00000900000000000000" pitchFamily="2" charset="0"/>
              </a:rPr>
              <a:t>ANALYSIS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767B7A-29CD-DCE7-44F4-3A2FCD3FE6D3}"/>
              </a:ext>
            </a:extLst>
          </p:cNvPr>
          <p:cNvSpPr txBox="1"/>
          <p:nvPr/>
        </p:nvSpPr>
        <p:spPr>
          <a:xfrm>
            <a:off x="873861" y="3239164"/>
            <a:ext cx="697984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D0D7E2"/>
                </a:solidFill>
                <a:latin typeface="Montserrat SemiBold" panose="00000700000000000000" pitchFamily="2" charset="0"/>
              </a:rPr>
              <a:t>Interactive Power BI Dashboard designed to optimize Inventory Management,  Logistics Performance, and Quality Control Operations</a:t>
            </a:r>
            <a:r>
              <a:rPr lang="en-IN" dirty="0"/>
              <a:t>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CE3E012-B990-D0E5-2E8E-37A690B18753}"/>
              </a:ext>
            </a:extLst>
          </p:cNvPr>
          <p:cNvSpPr/>
          <p:nvPr/>
        </p:nvSpPr>
        <p:spPr>
          <a:xfrm>
            <a:off x="2768685" y="4256223"/>
            <a:ext cx="1645920" cy="411480"/>
          </a:xfrm>
          <a:prstGeom prst="roundRect">
            <a:avLst>
              <a:gd name="adj" fmla="val 10000"/>
            </a:avLst>
          </a:prstGeom>
          <a:solidFill>
            <a:srgbClr val="19E3E8">
              <a:alpha val="12000"/>
            </a:srgbClr>
          </a:solidFill>
          <a:ln w="19050">
            <a:solidFill>
              <a:srgbClr val="19E3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77D4BCC-7565-A0AF-2755-91DB09AC505A}"/>
              </a:ext>
            </a:extLst>
          </p:cNvPr>
          <p:cNvSpPr/>
          <p:nvPr/>
        </p:nvSpPr>
        <p:spPr>
          <a:xfrm>
            <a:off x="4673532" y="4256223"/>
            <a:ext cx="1645920" cy="411480"/>
          </a:xfrm>
          <a:prstGeom prst="roundRect">
            <a:avLst>
              <a:gd name="adj" fmla="val 10000"/>
            </a:avLst>
          </a:prstGeom>
          <a:solidFill>
            <a:srgbClr val="19E3E8">
              <a:alpha val="12000"/>
            </a:srgbClr>
          </a:solidFill>
          <a:ln w="19050">
            <a:solidFill>
              <a:srgbClr val="19E3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712B124-0273-D3A0-B9FC-7C42A374CD9F}"/>
              </a:ext>
            </a:extLst>
          </p:cNvPr>
          <p:cNvSpPr/>
          <p:nvPr/>
        </p:nvSpPr>
        <p:spPr>
          <a:xfrm>
            <a:off x="863838" y="4256223"/>
            <a:ext cx="1645920" cy="411480"/>
          </a:xfrm>
          <a:prstGeom prst="roundRect">
            <a:avLst>
              <a:gd name="adj" fmla="val 10000"/>
            </a:avLst>
          </a:prstGeom>
          <a:solidFill>
            <a:srgbClr val="19E3E8">
              <a:alpha val="12000"/>
            </a:srgbClr>
          </a:solidFill>
          <a:ln w="19050">
            <a:solidFill>
              <a:srgbClr val="19E3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rgbClr val="19E3E8"/>
                </a:solidFill>
                <a:latin typeface="Montserrat SemiBold" panose="00000700000000000000" pitchFamily="2" charset="0"/>
              </a:rPr>
              <a:t>MySQL Extraction</a:t>
            </a:r>
          </a:p>
        </p:txBody>
      </p:sp>
      <p:pic>
        <p:nvPicPr>
          <p:cNvPr id="21" name="Graphic 20" descr="Database with solid fill">
            <a:extLst>
              <a:ext uri="{FF2B5EF4-FFF2-40B4-BE49-F238E27FC236}">
                <a16:creationId xmlns:a16="http://schemas.microsoft.com/office/drawing/2014/main" id="{84837528-A413-EC1B-2DD1-7DB0C1ECDF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3861" y="4343091"/>
            <a:ext cx="237744" cy="23774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F7BFB7A-9909-8741-BE53-08FB4C3C1A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1613" y="4358313"/>
            <a:ext cx="237744" cy="237744"/>
          </a:xfrm>
          <a:prstGeom prst="rect">
            <a:avLst/>
          </a:prstGeom>
          <a:solidFill>
            <a:srgbClr val="19E3E8"/>
          </a:solidFill>
          <a:ln w="2381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3901893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27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Montserrat ExtraBold</vt:lpstr>
      <vt:lpstr>Montserrat SemiBold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manmathaharish k</dc:creator>
  <cp:lastModifiedBy>manmathaharish k</cp:lastModifiedBy>
  <cp:revision>1</cp:revision>
  <dcterms:created xsi:type="dcterms:W3CDTF">2026-06-02T09:13:25Z</dcterms:created>
  <dcterms:modified xsi:type="dcterms:W3CDTF">2026-06-02T11:18:16Z</dcterms:modified>
</cp:coreProperties>
</file>